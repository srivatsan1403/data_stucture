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56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48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VATSAN L" userId="27355c2068b97986" providerId="LiveId" clId="{4AA36862-8B41-49D8-9A9B-8E0C4866A4CA}"/>
    <pc:docChg chg="addSld modSld sldOrd">
      <pc:chgData name="SRIVATSAN L" userId="27355c2068b97986" providerId="LiveId" clId="{4AA36862-8B41-49D8-9A9B-8E0C4866A4CA}" dt="2026-07-31T05:45:03.851" v="24"/>
      <pc:docMkLst>
        <pc:docMk/>
      </pc:docMkLst>
      <pc:sldChg chg="addSp modSp new mod ord">
        <pc:chgData name="SRIVATSAN L" userId="27355c2068b97986" providerId="LiveId" clId="{4AA36862-8B41-49D8-9A9B-8E0C4866A4CA}" dt="2026-07-29T08:47:04.417" v="19"/>
        <pc:sldMkLst>
          <pc:docMk/>
          <pc:sldMk cId="169221380" sldId="256"/>
        </pc:sldMkLst>
        <pc:picChg chg="add mod">
          <ac:chgData name="SRIVATSAN L" userId="27355c2068b97986" providerId="LiveId" clId="{4AA36862-8B41-49D8-9A9B-8E0C4866A4CA}" dt="2026-07-29T08:36:20.275" v="10" actId="14100"/>
          <ac:picMkLst>
            <pc:docMk/>
            <pc:sldMk cId="169221380" sldId="256"/>
            <ac:picMk id="5" creationId="{6B35A84B-DEC6-78B8-CAB4-F2E34A9FA296}"/>
          </ac:picMkLst>
        </pc:picChg>
      </pc:sldChg>
      <pc:sldChg chg="addSp modSp new mod">
        <pc:chgData name="SRIVATSAN L" userId="27355c2068b97986" providerId="LiveId" clId="{4AA36862-8B41-49D8-9A9B-8E0C4866A4CA}" dt="2026-07-29T08:33:27.517" v="5" actId="14100"/>
        <pc:sldMkLst>
          <pc:docMk/>
          <pc:sldMk cId="2602201884" sldId="257"/>
        </pc:sldMkLst>
        <pc:picChg chg="add mod">
          <ac:chgData name="SRIVATSAN L" userId="27355c2068b97986" providerId="LiveId" clId="{4AA36862-8B41-49D8-9A9B-8E0C4866A4CA}" dt="2026-07-29T08:33:27.517" v="5" actId="14100"/>
          <ac:picMkLst>
            <pc:docMk/>
            <pc:sldMk cId="2602201884" sldId="257"/>
            <ac:picMk id="3" creationId="{109366FB-D3D2-DFA0-2673-EC2AAFF511B5}"/>
          </ac:picMkLst>
        </pc:picChg>
      </pc:sldChg>
      <pc:sldChg chg="addSp modSp new mod ord">
        <pc:chgData name="SRIVATSAN L" userId="27355c2068b97986" providerId="LiveId" clId="{4AA36862-8B41-49D8-9A9B-8E0C4866A4CA}" dt="2026-07-31T05:45:03.851" v="24"/>
        <pc:sldMkLst>
          <pc:docMk/>
          <pc:sldMk cId="2564223674" sldId="258"/>
        </pc:sldMkLst>
        <pc:picChg chg="add mod">
          <ac:chgData name="SRIVATSAN L" userId="27355c2068b97986" providerId="LiveId" clId="{4AA36862-8B41-49D8-9A9B-8E0C4866A4CA}" dt="2026-07-29T08:36:29.650" v="12" actId="14100"/>
          <ac:picMkLst>
            <pc:docMk/>
            <pc:sldMk cId="2564223674" sldId="258"/>
            <ac:picMk id="3" creationId="{FD132D3D-04E7-125B-FF35-CC4E44D950B7}"/>
          </ac:picMkLst>
        </pc:picChg>
      </pc:sldChg>
      <pc:sldChg chg="addSp modSp new mod">
        <pc:chgData name="SRIVATSAN L" userId="27355c2068b97986" providerId="LiveId" clId="{4AA36862-8B41-49D8-9A9B-8E0C4866A4CA}" dt="2026-07-29T08:37:47.651" v="16" actId="14100"/>
        <pc:sldMkLst>
          <pc:docMk/>
          <pc:sldMk cId="3341179092" sldId="259"/>
        </pc:sldMkLst>
        <pc:picChg chg="add mod">
          <ac:chgData name="SRIVATSAN L" userId="27355c2068b97986" providerId="LiveId" clId="{4AA36862-8B41-49D8-9A9B-8E0C4866A4CA}" dt="2026-07-29T08:37:47.651" v="16" actId="14100"/>
          <ac:picMkLst>
            <pc:docMk/>
            <pc:sldMk cId="3341179092" sldId="259"/>
            <ac:picMk id="3" creationId="{C707DD95-CF09-88CA-4A6F-949697FB2BFE}"/>
          </ac:picMkLst>
        </pc:picChg>
      </pc:sldChg>
      <pc:sldChg chg="addSp modSp new mod">
        <pc:chgData name="SRIVATSAN L" userId="27355c2068b97986" providerId="LiveId" clId="{4AA36862-8B41-49D8-9A9B-8E0C4866A4CA}" dt="2026-07-31T04:43:13.767" v="22" actId="14100"/>
        <pc:sldMkLst>
          <pc:docMk/>
          <pc:sldMk cId="181106147" sldId="260"/>
        </pc:sldMkLst>
        <pc:picChg chg="add mod">
          <ac:chgData name="SRIVATSAN L" userId="27355c2068b97986" providerId="LiveId" clId="{4AA36862-8B41-49D8-9A9B-8E0C4866A4CA}" dt="2026-07-31T04:43:13.767" v="22" actId="14100"/>
          <ac:picMkLst>
            <pc:docMk/>
            <pc:sldMk cId="181106147" sldId="260"/>
            <ac:picMk id="3" creationId="{1D9D50B5-01C1-C49F-C701-67B59F30E5E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DBFDE-4386-669D-5827-614D9B8D3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209A90-B305-5ABB-3DAB-25A095D08E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0DCB4-535E-1623-A1BE-99DED631E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01B7-4E10-4AD5-8541-DE9BB6596F1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19E75-E2F4-ABB6-F16A-E2057B6EB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C6DD9-C667-86F9-0F2E-F1546D9E8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5E9A-992C-4FAC-8D5E-99EE876C4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642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2DDDE-AD88-EF9A-79F2-51EAB66E5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09296-0A0B-6F15-07F5-B0AC137A2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5E0C3-8D98-D167-4D4B-4578F75B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01B7-4E10-4AD5-8541-DE9BB6596F1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B0DD7-D2DC-BD47-1B6C-9AD953AE1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E9B14-6FDD-0BF9-3EA4-5E8D024CF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5E9A-992C-4FAC-8D5E-99EE876C4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65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0D559-96D4-BE57-52D0-BEC00982D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BBE55-E168-D8D0-F023-938D8FFC1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CB01A-6C48-2849-F2C8-535C558E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01B7-4E10-4AD5-8541-DE9BB6596F1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B8175-7C3F-4212-CA73-C6D98C2A4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B2A43-ADDD-EB60-4970-E3AEF97F6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5E9A-992C-4FAC-8D5E-99EE876C4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702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5372B-FDB0-617D-DB6C-3F1ECF9A6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F7EC1-8378-CC14-6C88-CBE8341810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0D86C5-CACB-F0F8-484E-510FC1251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E72749-F4E5-B03E-B92C-3A7A1A662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01B7-4E10-4AD5-8541-DE9BB6596F1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70E18-7941-CFFC-6F3E-AEA95791C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176D9-3B78-E7B2-E8D2-60AB792F3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5E9A-992C-4FAC-8D5E-99EE876C4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063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126B5-90BE-8E25-2FEA-CAD14856F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4511D-FBF1-8473-F69B-93887AD0A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18255A-2ECD-CF80-0C45-556F1AA73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36ED4C-B50E-D33A-AB22-14C637BC7D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25080D-CC42-B0E9-EE54-6573DE500F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269622-8B80-9841-05DF-556AB435C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01B7-4E10-4AD5-8541-DE9BB6596F1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3A7351-4821-3142-1922-19BBF5530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B8212C-5E8D-144D-2929-48590271C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5E9A-992C-4FAC-8D5E-99EE876C4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966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71179-A948-AD7C-FC9A-0FB21E098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2C3EC7-BA8A-123F-68A5-B912DD3C4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01B7-4E10-4AD5-8541-DE9BB6596F1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6A7853-065B-A8A4-0F9F-F2EED16E9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7AC336-CB6F-1C5F-82A4-FB9923EC1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5E9A-992C-4FAC-8D5E-99EE876C4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793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7976F-930F-1A64-ADCA-9E38DC841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01B7-4E10-4AD5-8541-DE9BB6596F1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F81832-19BA-DD2D-67E6-5F957E0E7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314F4-AF62-74F4-149C-3C6A9DFA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5E9A-992C-4FAC-8D5E-99EE876C4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80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028ED-9446-4814-4E74-1A97453DF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E16F9-A84F-F9C5-4253-7B8053600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4A72E-B71B-0EAC-7800-0E05EEC166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9C4CE-F72C-84A9-02D2-2DDD572F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01B7-4E10-4AD5-8541-DE9BB6596F1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B8C2B2-93DF-BD70-FFF7-DC7E4293B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FDC155-2E19-3708-A62F-D1F88908B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5E9A-992C-4FAC-8D5E-99EE876C4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1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9B278-AE36-5A59-CA62-FB982FCF9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D9B54A-5A4A-C267-1594-E74766CB42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0A411-7CAE-B89D-9670-1FDE837CA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C2C3C-DDF5-B87E-BF72-4AAB55904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01B7-4E10-4AD5-8541-DE9BB6596F1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A6140-D13F-3311-D219-8286041DA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5E3A8-A475-1314-52DF-F7590958B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5E9A-992C-4FAC-8D5E-99EE876C4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369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96EB-FDC6-A8B6-01EA-236DCDD3B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FF8A3E-6994-2E3C-9077-766685E5A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ED730-BC29-1716-4EA9-F311FB0F3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01B7-4E10-4AD5-8541-DE9BB6596F1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BABFA-CE1D-F3A4-B43A-8728916AF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23E32-90DD-E095-D921-EF27A7FB8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5E9A-992C-4FAC-8D5E-99EE876C4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121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6181F8-622F-9B5E-A0CB-F9D65E86E0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DF646C-437C-CAEF-23B7-69455033B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C161A-B6D7-BB4F-9898-C1E013C4D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01B7-4E10-4AD5-8541-DE9BB6596F1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7CA04-23C1-297D-A4BE-FCF65D14D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33D1F-90FB-BFA6-F351-10709BEFD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05E9A-992C-4FAC-8D5E-99EE876C4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065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554D19-99CA-30FF-5332-749FA58EA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55E41-A79E-086C-F078-0F357C8AC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83A15-6CB5-6515-044F-51AF6AC2B9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8D01B7-4E10-4AD5-8541-DE9BB6596F1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30757-5A7F-AFCF-76B4-C254D07190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8A6B7-3F37-63F3-8E2B-0F61E4E69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605E9A-992C-4FAC-8D5E-99EE876C4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360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132D3D-04E7-125B-FF35-CC4E44D950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23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9366FB-D3D2-DFA0-2673-EC2AAFF51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201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07DD95-CF09-88CA-4A6F-949697FB2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179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2465A-6BCB-875C-1395-67C05DC798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EEE7A3-C194-5DD1-C082-12D700223A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35A84B-DEC6-78B8-CAB4-F2E34A9FA2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21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9D50B5-01C1-C49F-C701-67B59F30E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06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SRIVATSAN L</dc:creator>
  <cp:lastModifiedBy>SRIVATSAN L</cp:lastModifiedBy>
  <cp:revision>1</cp:revision>
  <dcterms:created xsi:type="dcterms:W3CDTF">2026-07-29T08:29:52Z</dcterms:created>
  <dcterms:modified xsi:type="dcterms:W3CDTF">2026-07-31T05:45:06Z</dcterms:modified>
</cp:coreProperties>
</file>